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Integrais múltiplas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 fictício de demonstração</a:t>
            </a:r>
          </a:p>
          <a:p>
            <a:pPr>
              <a:defRPr sz="1800"/>
            </a:pPr>
            <a:r>
              <a:t>Cálculo III — AP1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Integral dupla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Soma de Riemann em retângulos</a:t>
            </a:r>
          </a:p>
          <a:p>
            <a:pPr>
              <a:defRPr sz="1800"/>
            </a:pPr>
            <a:r>
              <a:t>Teorema de Fubini: ordem de integração</a:t>
            </a:r>
          </a:p>
          <a:p>
            <a:pPr>
              <a:defRPr sz="1800"/>
            </a:pPr>
            <a:r>
              <a:t>Regiões do tipo I e tipo 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Coordenadas polares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 = r cos θ, y = r sin θ</a:t>
            </a:r>
          </a:p>
          <a:p>
            <a:pPr>
              <a:defRPr sz="1800"/>
            </a:pPr>
            <a:r>
              <a:t>dA = r dr dθ (não esqueça o jacobiano!)</a:t>
            </a:r>
          </a:p>
          <a:p>
            <a:pPr>
              <a:defRPr sz="1800"/>
            </a:pPr>
            <a:r>
              <a:t>Regiões circulares e setores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Integral tripla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Volume e massa</a:t>
            </a:r>
          </a:p>
          <a:p>
            <a:pPr>
              <a:defRPr sz="1800"/>
            </a:pPr>
            <a:r>
              <a:t>Coordenadas cilíndricas: dV = r dz dr dθ</a:t>
            </a:r>
          </a:p>
          <a:p>
            <a:pPr>
              <a:defRPr sz="1800"/>
            </a:pPr>
            <a:r>
              <a:t>Coordenadas esféricas: dV = ρ² sin φ dρ dφ dθ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Mudança de variáveis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Jacobiano |∂(x,y)/∂(u,v)|</a:t>
            </a:r>
          </a:p>
          <a:p>
            <a:pPr>
              <a:defRPr sz="1800"/>
            </a:pPr>
            <a:r>
              <a:t>Escolher a transformação que simplifica a região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Fig.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